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8"/>
  </p:notesMasterIdLst>
  <p:sldIdLst>
    <p:sldId id="256" r:id="rId4"/>
    <p:sldId id="337" r:id="rId5"/>
    <p:sldId id="334" r:id="rId6"/>
    <p:sldId id="306" r:id="rId7"/>
  </p:sldIdLst>
  <p:sldSz cx="12192000" cy="6858000"/>
  <p:notesSz cx="6858000" cy="9144000"/>
  <p:embeddedFontLst>
    <p:embeddedFont>
      <p:font typeface="Inter" panose="020B0604020202020204" charset="0"/>
      <p:regular r:id="rId9"/>
      <p:bold r:id="rId10"/>
    </p:embeddedFont>
    <p:embeddedFont>
      <p:font typeface="Inter ExtraBold" panose="020B0604020202020204" charset="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53C66"/>
    <a:srgbClr val="FBD0B9"/>
    <a:srgbClr val="7F7F7F"/>
    <a:srgbClr val="A8D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font" Target="fonts/font3.fntdata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ava Reddy Gorreegala" userId="5930ebc1-91cd-4366-975f-e7860b4728e1" providerId="ADAL" clId="{EC3DE29F-98C7-4D09-8ADD-BBCE03F68C31}"/>
    <pc:docChg chg="modSld">
      <pc:chgData name="Madhava Reddy Gorreegala" userId="5930ebc1-91cd-4366-975f-e7860b4728e1" providerId="ADAL" clId="{EC3DE29F-98C7-4D09-8ADD-BBCE03F68C31}" dt="2026-03-11T10:12:56.706" v="304" actId="1036"/>
      <pc:docMkLst>
        <pc:docMk/>
      </pc:docMkLst>
      <pc:sldChg chg="modSp mod">
        <pc:chgData name="Madhava Reddy Gorreegala" userId="5930ebc1-91cd-4366-975f-e7860b4728e1" providerId="ADAL" clId="{EC3DE29F-98C7-4D09-8ADD-BBCE03F68C31}" dt="2026-03-04T08:29:05.574" v="9" actId="6549"/>
        <pc:sldMkLst>
          <pc:docMk/>
          <pc:sldMk cId="510753140" sldId="256"/>
        </pc:sldMkLst>
        <pc:spChg chg="mod">
          <ac:chgData name="Madhava Reddy Gorreegala" userId="5930ebc1-91cd-4366-975f-e7860b4728e1" providerId="ADAL" clId="{EC3DE29F-98C7-4D09-8ADD-BBCE03F68C31}" dt="2026-03-04T08:29:05.574" v="9" actId="6549"/>
          <ac:spMkLst>
            <pc:docMk/>
            <pc:sldMk cId="510753140" sldId="256"/>
            <ac:spMk id="15" creationId="{78EF41AC-6607-3F60-368D-15EB860C2E87}"/>
          </ac:spMkLst>
        </pc:spChg>
      </pc:sldChg>
      <pc:sldChg chg="modSp mod">
        <pc:chgData name="Madhava Reddy Gorreegala" userId="5930ebc1-91cd-4366-975f-e7860b4728e1" providerId="ADAL" clId="{EC3DE29F-98C7-4D09-8ADD-BBCE03F68C31}" dt="2026-03-11T10:12:56.706" v="304" actId="1036"/>
        <pc:sldMkLst>
          <pc:docMk/>
          <pc:sldMk cId="424932910" sldId="337"/>
        </pc:sldMkLst>
        <pc:spChg chg="mod">
          <ac:chgData name="Madhava Reddy Gorreegala" userId="5930ebc1-91cd-4366-975f-e7860b4728e1" providerId="ADAL" clId="{EC3DE29F-98C7-4D09-8ADD-BBCE03F68C31}" dt="2026-03-11T10:12:08.634" v="262" actId="1036"/>
          <ac:spMkLst>
            <pc:docMk/>
            <pc:sldMk cId="424932910" sldId="337"/>
            <ac:spMk id="3" creationId="{DB6397B1-A00F-C1A4-F2BD-1210FA47A06F}"/>
          </ac:spMkLst>
        </pc:spChg>
        <pc:spChg chg="mod">
          <ac:chgData name="Madhava Reddy Gorreegala" userId="5930ebc1-91cd-4366-975f-e7860b4728e1" providerId="ADAL" clId="{EC3DE29F-98C7-4D09-8ADD-BBCE03F68C31}" dt="2026-03-11T10:10:02.249" v="36" actId="6549"/>
          <ac:spMkLst>
            <pc:docMk/>
            <pc:sldMk cId="424932910" sldId="337"/>
            <ac:spMk id="22" creationId="{282AD7F0-D46C-077A-359F-E28C59C007AA}"/>
          </ac:spMkLst>
        </pc:spChg>
        <pc:spChg chg="mod">
          <ac:chgData name="Madhava Reddy Gorreegala" userId="5930ebc1-91cd-4366-975f-e7860b4728e1" providerId="ADAL" clId="{EC3DE29F-98C7-4D09-8ADD-BBCE03F68C31}" dt="2026-03-11T10:12:39.815" v="291" actId="1036"/>
          <ac:spMkLst>
            <pc:docMk/>
            <pc:sldMk cId="424932910" sldId="337"/>
            <ac:spMk id="25" creationId="{23C3A3A5-6A21-F710-79BF-83F825E2B63A}"/>
          </ac:spMkLst>
        </pc:spChg>
        <pc:spChg chg="mod">
          <ac:chgData name="Madhava Reddy Gorreegala" userId="5930ebc1-91cd-4366-975f-e7860b4728e1" providerId="ADAL" clId="{EC3DE29F-98C7-4D09-8ADD-BBCE03F68C31}" dt="2026-03-11T10:12:32.757" v="285" actId="1036"/>
          <ac:spMkLst>
            <pc:docMk/>
            <pc:sldMk cId="424932910" sldId="337"/>
            <ac:spMk id="26" creationId="{9FE212BA-67F8-644C-65EA-74BBADA5E9A2}"/>
          </ac:spMkLst>
        </pc:spChg>
        <pc:spChg chg="mod">
          <ac:chgData name="Madhava Reddy Gorreegala" userId="5930ebc1-91cd-4366-975f-e7860b4728e1" providerId="ADAL" clId="{EC3DE29F-98C7-4D09-8ADD-BBCE03F68C31}" dt="2026-03-11T10:12:25.132" v="279" actId="1036"/>
          <ac:spMkLst>
            <pc:docMk/>
            <pc:sldMk cId="424932910" sldId="337"/>
            <ac:spMk id="29" creationId="{4BE8777F-C644-03C2-EF9F-B05B5218B78A}"/>
          </ac:spMkLst>
        </pc:spChg>
        <pc:spChg chg="mod">
          <ac:chgData name="Madhava Reddy Gorreegala" userId="5930ebc1-91cd-4366-975f-e7860b4728e1" providerId="ADAL" clId="{EC3DE29F-98C7-4D09-8ADD-BBCE03F68C31}" dt="2026-03-11T10:11:52.627" v="255" actId="1038"/>
          <ac:spMkLst>
            <pc:docMk/>
            <pc:sldMk cId="424932910" sldId="337"/>
            <ac:spMk id="35" creationId="{BCEB5CD9-D8E2-7AC4-CEF6-96D6FB1243CE}"/>
          </ac:spMkLst>
        </pc:spChg>
        <pc:spChg chg="mod">
          <ac:chgData name="Madhava Reddy Gorreegala" userId="5930ebc1-91cd-4366-975f-e7860b4728e1" providerId="ADAL" clId="{EC3DE29F-98C7-4D09-8ADD-BBCE03F68C31}" dt="2026-03-11T10:11:47.564" v="247" actId="1038"/>
          <ac:spMkLst>
            <pc:docMk/>
            <pc:sldMk cId="424932910" sldId="337"/>
            <ac:spMk id="36" creationId="{95AA6136-78DB-F98E-06A6-F5EC27C1CCEF}"/>
          </ac:spMkLst>
        </pc:spChg>
        <pc:spChg chg="mod">
          <ac:chgData name="Madhava Reddy Gorreegala" userId="5930ebc1-91cd-4366-975f-e7860b4728e1" providerId="ADAL" clId="{EC3DE29F-98C7-4D09-8ADD-BBCE03F68C31}" dt="2026-03-11T10:11:36.527" v="234" actId="1036"/>
          <ac:spMkLst>
            <pc:docMk/>
            <pc:sldMk cId="424932910" sldId="337"/>
            <ac:spMk id="45" creationId="{45FBF498-C999-EEC4-66BB-1D597457FAFC}"/>
          </ac:spMkLst>
        </pc:spChg>
        <pc:spChg chg="mod">
          <ac:chgData name="Madhava Reddy Gorreegala" userId="5930ebc1-91cd-4366-975f-e7860b4728e1" providerId="ADAL" clId="{EC3DE29F-98C7-4D09-8ADD-BBCE03F68C31}" dt="2026-03-11T10:12:56.706" v="304" actId="1036"/>
          <ac:spMkLst>
            <pc:docMk/>
            <pc:sldMk cId="424932910" sldId="337"/>
            <ac:spMk id="46" creationId="{ECC6C39E-FADB-340E-18CF-CA09C6B3A3F9}"/>
          </ac:spMkLst>
        </pc:spChg>
        <pc:spChg chg="mod">
          <ac:chgData name="Madhava Reddy Gorreegala" userId="5930ebc1-91cd-4366-975f-e7860b4728e1" providerId="ADAL" clId="{EC3DE29F-98C7-4D09-8ADD-BBCE03F68C31}" dt="2026-03-11T10:12:51.756" v="302" actId="1036"/>
          <ac:spMkLst>
            <pc:docMk/>
            <pc:sldMk cId="424932910" sldId="337"/>
            <ac:spMk id="47" creationId="{197F607F-EEAD-981D-E356-6814718FAE26}"/>
          </ac:spMkLst>
        </pc:spChg>
        <pc:spChg chg="mod">
          <ac:chgData name="Madhava Reddy Gorreegala" userId="5930ebc1-91cd-4366-975f-e7860b4728e1" providerId="ADAL" clId="{EC3DE29F-98C7-4D09-8ADD-BBCE03F68C31}" dt="2026-03-11T10:12:46.481" v="296" actId="1036"/>
          <ac:spMkLst>
            <pc:docMk/>
            <pc:sldMk cId="424932910" sldId="337"/>
            <ac:spMk id="48" creationId="{9729F939-211F-5ED8-A33F-B19F95D36FDE}"/>
          </ac:spMkLst>
        </pc:spChg>
        <pc:spChg chg="mod">
          <ac:chgData name="Madhava Reddy Gorreegala" userId="5930ebc1-91cd-4366-975f-e7860b4728e1" providerId="ADAL" clId="{EC3DE29F-98C7-4D09-8ADD-BBCE03F68C31}" dt="2026-03-11T10:12:20.225" v="273" actId="1036"/>
          <ac:spMkLst>
            <pc:docMk/>
            <pc:sldMk cId="424932910" sldId="337"/>
            <ac:spMk id="50" creationId="{172B1ECA-916C-0A3E-F528-A00B0641B524}"/>
          </ac:spMkLst>
        </pc:spChg>
        <pc:spChg chg="mod">
          <ac:chgData name="Madhava Reddy Gorreegala" userId="5930ebc1-91cd-4366-975f-e7860b4728e1" providerId="ADAL" clId="{EC3DE29F-98C7-4D09-8ADD-BBCE03F68C31}" dt="2026-03-11T10:12:15.305" v="268" actId="1036"/>
          <ac:spMkLst>
            <pc:docMk/>
            <pc:sldMk cId="424932910" sldId="337"/>
            <ac:spMk id="51" creationId="{9128343F-B5DF-B00B-982A-E91B45EB39D8}"/>
          </ac:spMkLst>
        </pc:spChg>
        <pc:graphicFrameChg chg="mod modGraphic">
          <ac:chgData name="Madhava Reddy Gorreegala" userId="5930ebc1-91cd-4366-975f-e7860b4728e1" providerId="ADAL" clId="{EC3DE29F-98C7-4D09-8ADD-BBCE03F68C31}" dt="2026-03-11T10:11:37.782" v="235" actId="14734"/>
          <ac:graphicFrameMkLst>
            <pc:docMk/>
            <pc:sldMk cId="424932910" sldId="337"/>
            <ac:graphicFrameMk id="24" creationId="{1A80BF89-D21E-D7B6-9450-EC4C225C6DC1}"/>
          </ac:graphicFrameMkLst>
        </pc:graphicFrame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EB141-D57D-4726-8457-4723F1ABD24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3AD73-2320-4622-AF3C-2BB2B6A3C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64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44F1-92F0-C4F8-F27E-B31000920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32E9B-E52F-9CFF-B374-DF9FBE261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7FC3E-5F69-5EED-1B82-7100EBA3B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E572E-42BE-5016-26C6-5E3E16D2A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33AD73-2320-4622-AF3C-2BB2B6A3C6C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5240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6490-4E33-30B5-8DFA-2C6514FC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BFAE2-242E-37E2-4231-1692CC62D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31D71-AB28-48FF-5BC2-7945849D3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7CE3F-B06D-3D4E-7900-3350D56CB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33AD73-2320-4622-AF3C-2BB2B6A3C6C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982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33AD73-2320-4622-AF3C-2BB2B6A3C6C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15910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xius.com/" TargetMode="Externa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xius.com/" TargetMode="Externa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xius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xius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xius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hyperlink" Target="http://www.xius.com/" TargetMode="External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5247-2435-27EB-9C35-C44A511D5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lIns="0" tIns="0" rIns="0" bIns="0"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D999E-B6FA-7EB7-BD42-AE6FA37C0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lIns="0" tIns="0" rIns="0" bIns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12111-9A9B-46FD-CA22-0CED3853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2452B-AA47-55CD-F320-28E463DC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17DE3-67FE-0C3B-3AA4-35A59DB3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G Red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4916C6C-5A65-1F0B-59C7-12FC4B594B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9672" y="285098"/>
            <a:ext cx="2682477" cy="4487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750C7C-663B-1A8A-7D75-EB72BF11D9FC}"/>
              </a:ext>
            </a:extLst>
          </p:cNvPr>
          <p:cNvSpPr/>
          <p:nvPr userDrawn="1"/>
        </p:nvSpPr>
        <p:spPr>
          <a:xfrm>
            <a:off x="0" y="6750000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F101F-23E4-8583-5AFD-CF63F2DACBCA}"/>
              </a:ext>
            </a:extLst>
          </p:cNvPr>
          <p:cNvSpPr txBox="1"/>
          <p:nvPr userDrawn="1"/>
        </p:nvSpPr>
        <p:spPr>
          <a:xfrm>
            <a:off x="659851" y="6384739"/>
            <a:ext cx="100638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0" u="none" dirty="0">
                <a:solidFill>
                  <a:schemeClr val="accent4"/>
                </a:solidFill>
                <a:hlinkClick r:id="rId4"/>
              </a:rPr>
              <a:t>XIUS.COM</a:t>
            </a:r>
            <a:endParaRPr lang="en-IN" sz="1000" b="0" u="none" dirty="0">
              <a:solidFill>
                <a:schemeClr val="accent4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06F583-F8DC-73A9-92E1-D628FBB6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40" y="6384738"/>
            <a:ext cx="614680" cy="138500"/>
          </a:xfrm>
        </p:spPr>
        <p:txBody>
          <a:bodyPr lIns="0" tIns="0" rIns="0" bIns="0" anchor="b" anchorCtr="0"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fld id="{965647FF-1209-42CA-8CD3-D89A752B91E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41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G Blu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4916C6C-5A65-1F0B-59C7-12FC4B594B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9672" y="285098"/>
            <a:ext cx="2682477" cy="4487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750C7C-663B-1A8A-7D75-EB72BF11D9FC}"/>
              </a:ext>
            </a:extLst>
          </p:cNvPr>
          <p:cNvSpPr/>
          <p:nvPr userDrawn="1"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F101F-23E4-8583-5AFD-CF63F2DACBCA}"/>
              </a:ext>
            </a:extLst>
          </p:cNvPr>
          <p:cNvSpPr txBox="1"/>
          <p:nvPr userDrawn="1"/>
        </p:nvSpPr>
        <p:spPr>
          <a:xfrm>
            <a:off x="659851" y="6384739"/>
            <a:ext cx="100638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0" u="none" dirty="0">
                <a:solidFill>
                  <a:schemeClr val="accent4"/>
                </a:solidFill>
                <a:hlinkClick r:id="rId4"/>
              </a:rPr>
              <a:t>XIUS.COM</a:t>
            </a:r>
            <a:endParaRPr lang="en-IN" sz="1000" b="0" u="none" dirty="0">
              <a:solidFill>
                <a:schemeClr val="accent4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06F583-F8DC-73A9-92E1-D628FBB6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40" y="6384738"/>
            <a:ext cx="614680" cy="138500"/>
          </a:xfrm>
        </p:spPr>
        <p:txBody>
          <a:bodyPr lIns="0" tIns="0" rIns="0" bIns="0" anchor="b" anchorCtr="0"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fld id="{965647FF-1209-42CA-8CD3-D89A752B91E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44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y Red strip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732DF3-3E21-3D4B-8B0B-825BFD5E9D2E}"/>
              </a:ext>
            </a:extLst>
          </p:cNvPr>
          <p:cNvSpPr txBox="1"/>
          <p:nvPr userDrawn="1"/>
        </p:nvSpPr>
        <p:spPr>
          <a:xfrm>
            <a:off x="659851" y="6384739"/>
            <a:ext cx="100638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0" u="none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XIUS.COM</a:t>
            </a:r>
            <a:endParaRPr lang="en-IN" sz="1000" b="0" u="none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7202970-772E-A478-FA6F-69B184BDB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40" y="6384738"/>
            <a:ext cx="614680" cy="138500"/>
          </a:xfrm>
        </p:spPr>
        <p:txBody>
          <a:bodyPr lIns="0" tIns="0" rIns="0" bIns="0"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965647FF-1209-42CA-8CD3-D89A752B91E0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3FB6807-4877-E453-4AB1-82B406FDF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9672" y="285098"/>
            <a:ext cx="2682477" cy="4487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B4CF4E1-9529-9F7B-CBCD-080EA62B0D91}"/>
              </a:ext>
            </a:extLst>
          </p:cNvPr>
          <p:cNvSpPr/>
          <p:nvPr userDrawn="1"/>
        </p:nvSpPr>
        <p:spPr>
          <a:xfrm>
            <a:off x="0" y="6750000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46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y Blue strip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732DF3-3E21-3D4B-8B0B-825BFD5E9D2E}"/>
              </a:ext>
            </a:extLst>
          </p:cNvPr>
          <p:cNvSpPr txBox="1"/>
          <p:nvPr userDrawn="1"/>
        </p:nvSpPr>
        <p:spPr>
          <a:xfrm>
            <a:off x="659851" y="6384739"/>
            <a:ext cx="100638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0" u="none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XIUS.COM</a:t>
            </a:r>
            <a:endParaRPr lang="en-IN" sz="1000" b="0" u="none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7202970-772E-A478-FA6F-69B184BDB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40" y="6384738"/>
            <a:ext cx="614680" cy="138500"/>
          </a:xfrm>
        </p:spPr>
        <p:txBody>
          <a:bodyPr lIns="0" tIns="0" rIns="0" bIns="0"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965647FF-1209-42CA-8CD3-D89A752B91E0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3FB6807-4877-E453-4AB1-82B406FDFD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9672" y="285098"/>
            <a:ext cx="2682477" cy="4487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B4CF4E1-9529-9F7B-CBCD-080EA62B0D91}"/>
              </a:ext>
            </a:extLst>
          </p:cNvPr>
          <p:cNvSpPr/>
          <p:nvPr userDrawn="1"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88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ey hexagon tex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732DF3-3E21-3D4B-8B0B-825BFD5E9D2E}"/>
              </a:ext>
            </a:extLst>
          </p:cNvPr>
          <p:cNvSpPr txBox="1"/>
          <p:nvPr userDrawn="1"/>
        </p:nvSpPr>
        <p:spPr>
          <a:xfrm>
            <a:off x="659851" y="6384739"/>
            <a:ext cx="100638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0" u="none" dirty="0">
                <a:solidFill>
                  <a:schemeClr val="accent4"/>
                </a:solidFill>
                <a:hlinkClick r:id="rId2"/>
              </a:rPr>
              <a:t>XIUS.COM</a:t>
            </a:r>
            <a:endParaRPr lang="en-IN" sz="1000" b="0" u="none" dirty="0">
              <a:solidFill>
                <a:schemeClr val="accent4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7202970-772E-A478-FA6F-69B184BDB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40" y="6384738"/>
            <a:ext cx="614680" cy="138500"/>
          </a:xfrm>
        </p:spPr>
        <p:txBody>
          <a:bodyPr lIns="0" tIns="0" rIns="0" bIns="0" anchor="b" anchorCtr="0"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fld id="{965647FF-1209-42CA-8CD3-D89A752B91E0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F0FD02-632F-E870-1363-24FA7DFA36B0}"/>
              </a:ext>
            </a:extLst>
          </p:cNvPr>
          <p:cNvSpPr/>
          <p:nvPr userDrawn="1"/>
        </p:nvSpPr>
        <p:spPr>
          <a:xfrm>
            <a:off x="0" y="6750000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1E54314-065F-E30B-8C4A-01EB1915FD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4618" y="0"/>
            <a:ext cx="7967382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FAA1CF4-B017-DBE9-C0DD-FC3BA31BCC2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9672" y="285098"/>
            <a:ext cx="2682477" cy="44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22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exture backgroun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732DF3-3E21-3D4B-8B0B-825BFD5E9D2E}"/>
              </a:ext>
            </a:extLst>
          </p:cNvPr>
          <p:cNvSpPr txBox="1"/>
          <p:nvPr userDrawn="1"/>
        </p:nvSpPr>
        <p:spPr>
          <a:xfrm>
            <a:off x="659851" y="6384739"/>
            <a:ext cx="100638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0" u="none" dirty="0">
                <a:solidFill>
                  <a:schemeClr val="accent4"/>
                </a:solidFill>
                <a:hlinkClick r:id="rId3"/>
              </a:rPr>
              <a:t>XIUS.COM</a:t>
            </a:r>
            <a:endParaRPr lang="en-IN" sz="1000" b="0" u="none" dirty="0">
              <a:solidFill>
                <a:schemeClr val="accent4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7202970-772E-A478-FA6F-69B184BDB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40" y="6384738"/>
            <a:ext cx="614680" cy="138500"/>
          </a:xfrm>
        </p:spPr>
        <p:txBody>
          <a:bodyPr lIns="0" tIns="0" rIns="0" bIns="0" anchor="b" anchorCtr="0"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fld id="{965647FF-1209-42CA-8CD3-D89A752B91E0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FE50B45-F229-7391-371F-8F95AEDDB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9672" y="285098"/>
            <a:ext cx="2682477" cy="4487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439985-CB7C-E048-B8D2-C0DDCBFA8713}"/>
              </a:ext>
            </a:extLst>
          </p:cNvPr>
          <p:cNvSpPr/>
          <p:nvPr userDrawn="1"/>
        </p:nvSpPr>
        <p:spPr>
          <a:xfrm>
            <a:off x="0" y="6750000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61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3B5CC-3389-61D0-4E0A-6A24E64D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22575-664F-96A6-1ADE-25C2AD243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35FD0-6B40-B19A-B75B-DB0F0225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79A73-EFF7-08C3-1B9B-AAD67B75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5B493-8250-A63B-9A19-3052F2A7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436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DA7A-59BE-7AF7-84DE-D65EF4C50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lIns="0" tIns="0" rIns="0" bIns="0"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AC197-B416-8106-66E5-DFE19E508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5F4C1-5F93-9099-4440-8983B378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F019-E417-7695-28A0-C1D935106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D02F7-ED4D-5BA8-C277-553E1751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0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FLAT HEXAGON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D03FAF1-6AED-5340-3F1E-FF59A9B35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4618" y="0"/>
            <a:ext cx="7967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2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4BE0-8002-D7DE-9C05-74975BF9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5711-6DD4-36D7-2750-C89B4C97F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5D1AD-4685-C5CC-A462-3940337BA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052B7-63D6-7C97-9A7C-3075F818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8832A-FACB-D34D-5434-A56B82A0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01FDA-6D33-499B-0689-25FD6779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502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DB76-16C8-C700-1B3F-7B806DD0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D7CF9-62E6-CA20-0F3C-86078C612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lIns="0" tIns="0" rIns="0" bIns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0803F-1B62-9815-DF1A-0F9019BD4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3AC884-6061-90B7-2D11-5AC65DA84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lIns="0" tIns="0" rIns="0" bIns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E1D8A-3670-C52F-B732-4E3A85535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504F4-964B-5139-9CA7-8C50A99B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585793-5F82-7ADD-A4F9-C231E180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3A0F1-A143-3B90-BDEA-4A5CEC95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1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9B765-4CE8-19A6-16E4-2C10A0C0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1B0B1-9011-BE06-832C-2E63BF30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3F88A-D50B-23CE-7E5F-0294DE64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3BA30-051E-F92B-18FE-6EE8377B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77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54030A-DAC1-E69E-C6C1-2FF57D47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D0183-A050-D711-A51A-DDF17273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2022F-436D-2173-D184-39B5B97F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97EC00-6F9F-85AE-8E3E-5435A8240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851" y="511387"/>
            <a:ext cx="2486660" cy="41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59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21A46-C5AA-214D-1AD8-0002E1AE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B6FD-B036-E182-E4E2-4A496E044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lIns="0" tIns="0" rIns="0" bIns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1E4EE-6433-E9A7-3F61-A1EE6E3CD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57809-E6D0-D3B4-5EE6-4B6A2895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37A9C-10B7-F9A4-3804-BB446B253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B0F66-2488-0A44-2047-0EA66703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005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7D83-C977-A076-911A-41537921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78C37-AC39-3994-0157-422736ACA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lIns="0" tIns="0" rIns="0" bIns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1E250-6C40-A22E-3CBC-3F0DA1CB4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5B9F2-7C62-C6EF-4273-8179B1925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0E56A-A2C0-19FC-8E71-A5E5A3E4A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97BC0-1D82-824A-151F-5B7C5688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744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3E7E-9638-A689-BEA9-06564EC6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ADCA5-D834-A625-7CFB-A14683D0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28260-7920-66A5-6BF4-022F369C8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53F13-39D8-4E39-3556-F6754F52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574EE-85A3-FB43-1679-77836568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441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DC633E-D5CF-2507-8D3F-A140775F3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C78EC-10AE-6346-09C4-03427F601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0F38-4BA5-6C43-AB51-1361F17E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94CB6-97F9-13EB-F965-9092A448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DA9F9-F8A3-36C0-C591-6606BC32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68377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27154B-ECAD-B2BA-C6D0-DAABF7CF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0D2D9-EA3F-92D0-420A-70A4E1D69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52FB-38C7-E8C0-19D6-DBD792F05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36B43-2954-9800-A08F-57C4667BB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890A6-2B33-7D4C-0A8F-D457A802D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647FF-1209-42CA-8CD3-D89A752B9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18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9" r:id="rId3"/>
    <p:sldLayoutId id="2147483665" r:id="rId4"/>
    <p:sldLayoutId id="2147483671" r:id="rId5"/>
    <p:sldLayoutId id="2147483672" r:id="rId6"/>
    <p:sldLayoutId id="2147483664" r:id="rId7"/>
    <p:sldLayoutId id="2147483650" r:id="rId8"/>
    <p:sldLayoutId id="2147483651" r:id="rId9"/>
    <p:sldLayoutId id="2147483662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E093784-D2DF-54B0-DB30-D72FDC3E6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136" y="14990"/>
            <a:ext cx="12193432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C84FB69-2DD3-ECB8-FE7D-488163B7D7F6}"/>
              </a:ext>
            </a:extLst>
          </p:cNvPr>
          <p:cNvSpPr/>
          <p:nvPr/>
        </p:nvSpPr>
        <p:spPr>
          <a:xfrm>
            <a:off x="0" y="1903347"/>
            <a:ext cx="5322569" cy="4954652"/>
          </a:xfrm>
          <a:prstGeom prst="rect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B3C810-68B6-15F1-B3D8-BA494ACE4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630" y="641791"/>
            <a:ext cx="2122087" cy="11526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F33F21-14DB-6CB4-0A11-F388E594CDE5}"/>
              </a:ext>
            </a:extLst>
          </p:cNvPr>
          <p:cNvSpPr txBox="1"/>
          <p:nvPr/>
        </p:nvSpPr>
        <p:spPr>
          <a:xfrm>
            <a:off x="488293" y="2279389"/>
            <a:ext cx="417905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 ExtraBold" panose="02000503000000020004" pitchFamily="2" charset="0"/>
                <a:ea typeface="Inter ExtraBold" panose="02000503000000020004" pitchFamily="2" charset="0"/>
                <a:cs typeface="+mn-cs"/>
              </a:rPr>
              <a:t>XPMO Program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EF41AC-6607-3F60-368D-15EB860C2E87}"/>
              </a:ext>
            </a:extLst>
          </p:cNvPr>
          <p:cNvSpPr txBox="1"/>
          <p:nvPr/>
        </p:nvSpPr>
        <p:spPr>
          <a:xfrm>
            <a:off x="526232" y="6080322"/>
            <a:ext cx="22797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white"/>
                </a:solidFill>
                <a:latin typeface="Inter"/>
              </a:rPr>
              <a:t/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/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FE0C4-D6CE-2ABD-4FA7-0E00354C2377}"/>
              </a:ext>
            </a:extLst>
          </p:cNvPr>
          <p:cNvSpPr txBox="1"/>
          <p:nvPr/>
        </p:nvSpPr>
        <p:spPr>
          <a:xfrm>
            <a:off x="526231" y="5072407"/>
            <a:ext cx="227970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Liv.ing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0F70CF-9E6B-425B-3F78-DC28B450F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34" y="425532"/>
            <a:ext cx="27813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5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A6D5-FED0-D0CC-2FB7-E53F6F62D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257DAE-2251-FDF0-9E48-1C8C39D7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40" y="6189868"/>
            <a:ext cx="614680" cy="1385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5647FF-1209-42CA-8CD3-D89A752B91E0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ptos" panose="020B00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23FA8-D833-133A-2BD7-5412447AD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7282"/>
            <a:ext cx="2514951" cy="901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CF446B-3636-9A7D-DCDC-9A6BD0013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13729"/>
            <a:ext cx="12192000" cy="4943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B43DB3-5CA9-F0CA-A9B4-1000F9081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651" y="6228146"/>
            <a:ext cx="2159301" cy="4943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6B6FAD5-BAD4-E45E-F889-AF88219CED22}"/>
              </a:ext>
            </a:extLst>
          </p:cNvPr>
          <p:cNvSpPr txBox="1">
            <a:spLocks/>
          </p:cNvSpPr>
          <p:nvPr/>
        </p:nvSpPr>
        <p:spPr>
          <a:xfrm>
            <a:off x="1988493" y="6218692"/>
            <a:ext cx="9518691" cy="5046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004020202020204" pitchFamily="34" charset="0"/>
              </a:rPr>
              <a:t>Confidential &amp; Proprietary. This document is high confidential and proprietary of XIUS.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CB96AA6-DB60-F576-D6C8-BE9EE2E0D8F2}"/>
              </a:ext>
            </a:extLst>
          </p:cNvPr>
          <p:cNvSpPr txBox="1">
            <a:spLocks/>
          </p:cNvSpPr>
          <p:nvPr/>
        </p:nvSpPr>
        <p:spPr>
          <a:xfrm>
            <a:off x="289095" y="1245952"/>
            <a:ext cx="5350933" cy="37378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sym typeface="Arial"/>
              </a:rPr>
              <a:t xml:space="preserve"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sym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A60EC5-AC8A-7961-088D-3A250673C85D}"/>
              </a:ext>
            </a:extLst>
          </p:cNvPr>
          <p:cNvSpPr/>
          <p:nvPr/>
        </p:nvSpPr>
        <p:spPr>
          <a:xfrm>
            <a:off x="5324436" y="632987"/>
            <a:ext cx="6754581" cy="55320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EBDAB4-9E18-BC7A-030A-9F301213AFE7}"/>
              </a:ext>
            </a:extLst>
          </p:cNvPr>
          <p:cNvSpPr txBox="1"/>
          <p:nvPr/>
        </p:nvSpPr>
        <p:spPr>
          <a:xfrm>
            <a:off x="5727131" y="632986"/>
            <a:ext cx="4572000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121920" tIns="60960" rIns="121920" bIns="6096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 pitchFamily="34" charset="0"/>
              </a:rPr>
              <a:t xml:space="preserve">    Milestone Schedule 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C6E3C-4470-6276-362B-1F80522DC508}"/>
              </a:ext>
            </a:extLst>
          </p:cNvPr>
          <p:cNvSpPr txBox="1"/>
          <p:nvPr/>
        </p:nvSpPr>
        <p:spPr>
          <a:xfrm>
            <a:off x="101600" y="1228340"/>
            <a:ext cx="22352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 pitchFamily="34" charset="0"/>
              </a:rPr>
              <a:t xml:space="preserve">    Latest Updates</a:t>
            </a:r>
          </a:p>
        </p:txBody>
      </p:sp>
      <p:sp>
        <p:nvSpPr>
          <p:cNvPr id="15" name="Rectangle: Rounded Corners 3">
            <a:extLst>
              <a:ext uri="{FF2B5EF4-FFF2-40B4-BE49-F238E27FC236}">
                <a16:creationId xmlns:a16="http://schemas.microsoft.com/office/drawing/2014/main" id="{D79242D2-132F-D6F8-227A-01B30CA5817A}"/>
              </a:ext>
            </a:extLst>
          </p:cNvPr>
          <p:cNvSpPr/>
          <p:nvPr/>
        </p:nvSpPr>
        <p:spPr>
          <a:xfrm>
            <a:off x="112982" y="701376"/>
            <a:ext cx="4466687" cy="5291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/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6D8A12-E5E8-7EA6-270B-66E6AD5A9D0C}"/>
              </a:ext>
            </a:extLst>
          </p:cNvPr>
          <p:cNvSpPr txBox="1"/>
          <p:nvPr/>
        </p:nvSpPr>
        <p:spPr>
          <a:xfrm>
            <a:off x="89929" y="480404"/>
            <a:ext cx="34544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rPr>
              <a:t xml:space="preserve">    Program Manager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82AD7F0-D46C-077A-359F-E28C59C007AA}"/>
              </a:ext>
            </a:extLst>
          </p:cNvPr>
          <p:cNvSpPr/>
          <p:nvPr/>
        </p:nvSpPr>
        <p:spPr>
          <a:xfrm>
            <a:off x="101602" y="1571632"/>
            <a:ext cx="4895624" cy="3639044"/>
          </a:xfrm>
          <a:prstGeom prst="roundRect">
            <a:avLst>
              <a:gd name="adj" fmla="val 1331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/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3A4CE2-F6A2-2DE8-E411-44105981F3FD}"/>
              </a:ext>
            </a:extLst>
          </p:cNvPr>
          <p:cNvSpPr txBox="1"/>
          <p:nvPr/>
        </p:nvSpPr>
        <p:spPr>
          <a:xfrm>
            <a:off x="305965" y="146389"/>
            <a:ext cx="8987805" cy="333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ptos" panose="020B0004020202020204" pitchFamily="34" charset="0"/>
              </a:rPr>
              <a:t xml:space="preserve">XPMO Program Overview – Liv.ing 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A80BF89-D21E-D7B6-9450-EC4C225C6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73510"/>
              </p:ext>
            </p:extLst>
          </p:nvPr>
        </p:nvGraphicFramePr>
        <p:xfrm>
          <a:off x="5498325" y="1544950"/>
          <a:ext cx="6404578" cy="4116877"/>
        </p:xfrm>
        <a:graphic>
          <a:graphicData uri="http://schemas.openxmlformats.org/drawingml/2006/table">
            <a:tbl>
              <a:tblPr/>
              <a:tblGrid>
                <a:gridCol w="2152050">
                  <a:extLst>
                    <a:ext uri="{9D8B030D-6E8A-4147-A177-3AD203B41FA5}">
                      <a16:colId xmlns:a16="http://schemas.microsoft.com/office/drawing/2014/main" val="1079160661"/>
                    </a:ext>
                  </a:extLst>
                </a:gridCol>
                <a:gridCol w="669166">
                  <a:extLst>
                    <a:ext uri="{9D8B030D-6E8A-4147-A177-3AD203B41FA5}">
                      <a16:colId xmlns:a16="http://schemas.microsoft.com/office/drawing/2014/main" val="1023660453"/>
                    </a:ext>
                  </a:extLst>
                </a:gridCol>
                <a:gridCol w="538577">
                  <a:extLst>
                    <a:ext uri="{9D8B030D-6E8A-4147-A177-3AD203B41FA5}">
                      <a16:colId xmlns:a16="http://schemas.microsoft.com/office/drawing/2014/main" val="3514592233"/>
                    </a:ext>
                  </a:extLst>
                </a:gridCol>
                <a:gridCol w="643085">
                  <a:extLst>
                    <a:ext uri="{9D8B030D-6E8A-4147-A177-3AD203B41FA5}">
                      <a16:colId xmlns:a16="http://schemas.microsoft.com/office/drawing/2014/main" val="1999297217"/>
                    </a:ext>
                  </a:extLst>
                </a:gridCol>
                <a:gridCol w="501919">
                  <a:extLst>
                    <a:ext uri="{9D8B030D-6E8A-4147-A177-3AD203B41FA5}">
                      <a16:colId xmlns:a16="http://schemas.microsoft.com/office/drawing/2014/main" val="3481960507"/>
                    </a:ext>
                  </a:extLst>
                </a:gridCol>
                <a:gridCol w="1899781">
                  <a:extLst>
                    <a:ext uri="{9D8B030D-6E8A-4147-A177-3AD203B41FA5}">
                      <a16:colId xmlns:a16="http://schemas.microsoft.com/office/drawing/2014/main" val="873620931"/>
                    </a:ext>
                  </a:extLst>
                </a:gridCol>
              </a:tblGrid>
              <a:tr h="25800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Activity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ETA​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Updated Plan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Status​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 xml:space="preserve">Comments​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266348"/>
                  </a:ext>
                </a:extLst>
              </a:tr>
              <a:tr h="2580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87797"/>
                  </a:ext>
                </a:extLst>
              </a:tr>
              <a:tr h="258008">
                <a:tc>
                  <a:txBody>
                    <a:bodyPr/>
                    <a:lstStyle/>
                    <a:p>
                      <a:pPr lvl="0"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462916"/>
                  </a:ext>
                </a:extLst>
              </a:tr>
              <a:tr h="2580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9891"/>
                  </a:ext>
                </a:extLst>
              </a:tr>
              <a:tr h="3365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09079"/>
                  </a:ext>
                </a:extLst>
              </a:tr>
              <a:tr h="3543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386221"/>
                  </a:ext>
                </a:extLst>
              </a:tr>
              <a:tr h="326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6255"/>
                  </a:ext>
                </a:extLst>
              </a:tr>
              <a:tr h="2776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171616"/>
                  </a:ext>
                </a:extLst>
              </a:tr>
              <a:tr h="2580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508117"/>
                  </a:ext>
                </a:extLst>
              </a:tr>
              <a:tr h="2822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 xml:space="preserve"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567799"/>
                  </a:ext>
                </a:extLst>
              </a:tr>
              <a:tr h="394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976337"/>
                  </a:ext>
                </a:extLst>
              </a:tr>
              <a:tr h="236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128391"/>
                  </a:ext>
                </a:extLst>
              </a:tr>
              <a:tr h="3044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 xml:space="preserve">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57077"/>
                  </a:ext>
                </a:extLst>
              </a:tr>
              <a:tr h="314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/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9534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5C4178E-DAC9-A2EC-0557-7CBEC2938A34}"/>
              </a:ext>
            </a:extLst>
          </p:cNvPr>
          <p:cNvSpPr txBox="1"/>
          <p:nvPr/>
        </p:nvSpPr>
        <p:spPr>
          <a:xfrm>
            <a:off x="112982" y="5305859"/>
            <a:ext cx="3442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7698">
              <a:defRPr/>
            </a:pPr>
            <a:r>
              <a:rPr lang="en-US" sz="1400" dirty="0">
                <a:solidFill>
                  <a:srgbClr val="FF0000"/>
                </a:solidFill>
                <a:latin typeface="Aptos" panose="020B0004020202020204" pitchFamily="34" charset="0"/>
                <a:ea typeface="+mn-lt"/>
                <a:cs typeface="Arial" panose="020B0604020202020204" pitchFamily="34" charset="0"/>
              </a:rPr>
              <a:t>Risk and Dependencies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9A59B86-2240-F73B-CF35-A47961CCF92C}"/>
              </a:ext>
            </a:extLst>
          </p:cNvPr>
          <p:cNvSpPr/>
          <p:nvPr/>
        </p:nvSpPr>
        <p:spPr>
          <a:xfrm>
            <a:off x="233324" y="5584525"/>
            <a:ext cx="4895623" cy="49308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/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2850DC-4CEC-17AC-0119-FF8C97FFD6EE}"/>
              </a:ext>
            </a:extLst>
          </p:cNvPr>
          <p:cNvSpPr/>
          <p:nvPr/>
        </p:nvSpPr>
        <p:spPr>
          <a:xfrm>
            <a:off x="5927183" y="941632"/>
            <a:ext cx="4997357" cy="512095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defTabSz="914377">
              <a:defRPr/>
            </a:pPr>
            <a:r>
              <a:rPr lang="en-US" sz="1400" dirty="0">
                <a:solidFill>
                  <a:prstClr val="black"/>
                </a:solidFill>
                <a:latin typeface="Calibri"/>
              </a:rPr>
              <a:t xml:space="preserve">Legend:         on track          at risk           off track            completed     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9797DF-4295-BB95-3201-EB166F45169D}"/>
              </a:ext>
            </a:extLst>
          </p:cNvPr>
          <p:cNvSpPr/>
          <p:nvPr/>
        </p:nvSpPr>
        <p:spPr>
          <a:xfrm>
            <a:off x="6678945" y="1109610"/>
            <a:ext cx="207819" cy="207819"/>
          </a:xfrm>
          <a:prstGeom prst="ellipse">
            <a:avLst/>
          </a:prstGeom>
          <a:solidFill>
            <a:srgbClr val="92D050"/>
          </a:solidFill>
          <a:ln w="25400" cap="flat" cmpd="sng" algn="ctr">
            <a:solidFill>
              <a:srgbClr val="0070C0"/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A0BD34C-6569-C84B-03AD-6D516FFD1CBA}"/>
              </a:ext>
            </a:extLst>
          </p:cNvPr>
          <p:cNvSpPr/>
          <p:nvPr/>
        </p:nvSpPr>
        <p:spPr>
          <a:xfrm>
            <a:off x="7663496" y="1097649"/>
            <a:ext cx="207819" cy="207819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20D6340-787D-743F-6DB3-E311A7BA6B6B}"/>
              </a:ext>
            </a:extLst>
          </p:cNvPr>
          <p:cNvSpPr/>
          <p:nvPr/>
        </p:nvSpPr>
        <p:spPr>
          <a:xfrm>
            <a:off x="8518408" y="1105803"/>
            <a:ext cx="207819" cy="207819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68C928-7136-08F5-91A1-0B346FAB1CBF}"/>
              </a:ext>
            </a:extLst>
          </p:cNvPr>
          <p:cNvSpPr/>
          <p:nvPr/>
        </p:nvSpPr>
        <p:spPr>
          <a:xfrm>
            <a:off x="9599642" y="1085735"/>
            <a:ext cx="207819" cy="207819"/>
          </a:xfrm>
          <a:prstGeom prst="ellipse">
            <a:avLst/>
          </a:prstGeom>
          <a:solidFill>
            <a:schemeClr val="accent2"/>
          </a:solidFill>
          <a:ln w="254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93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6A0AB-1DC8-910C-5615-14D024FED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967A5-42D0-EF21-8A20-FF7CE529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5647FF-1209-42CA-8CD3-D89A752B91E0}" type="slidenum">
              <a:rPr kumimoji="0" lang="en-I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4A1EB-5D10-97AE-BF32-5134FB81A49C}"/>
              </a:ext>
            </a:extLst>
          </p:cNvPr>
          <p:cNvSpPr txBox="1"/>
          <p:nvPr/>
        </p:nvSpPr>
        <p:spPr>
          <a:xfrm>
            <a:off x="2753086" y="6393630"/>
            <a:ext cx="668582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Confidential &amp; Proprietary. This document is highly confidential and is property of SOARG Technologies Private Limited and its Subsidiaries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EB90E0-9850-30CB-56EE-1AAA6C2FA5C9}"/>
              </a:ext>
            </a:extLst>
          </p:cNvPr>
          <p:cNvSpPr txBox="1"/>
          <p:nvPr/>
        </p:nvSpPr>
        <p:spPr>
          <a:xfrm>
            <a:off x="229225" y="96672"/>
            <a:ext cx="7460730" cy="489173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Support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7B351-50A1-270C-ACD5-113B7DA0B0C9}"/>
              </a:ext>
            </a:extLst>
          </p:cNvPr>
          <p:cNvSpPr txBox="1">
            <a:spLocks/>
          </p:cNvSpPr>
          <p:nvPr/>
        </p:nvSpPr>
        <p:spPr>
          <a:xfrm>
            <a:off x="649034" y="882506"/>
            <a:ext cx="10893931" cy="5092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  <p:extLst>
      <p:ext uri="{BB962C8B-B14F-4D97-AF65-F5344CB8AC3E}">
        <p14:creationId xmlns:p14="http://schemas.microsoft.com/office/powerpoint/2010/main" val="3042817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D9F259-CD39-5A15-1DC3-4F0A5FB990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622" y="994287"/>
            <a:ext cx="8656757" cy="486942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86584E-7BFB-11D3-FCFA-91250AF753B4}"/>
              </a:ext>
            </a:extLst>
          </p:cNvPr>
          <p:cNvSpPr/>
          <p:nvPr/>
        </p:nvSpPr>
        <p:spPr>
          <a:xfrm>
            <a:off x="0" y="0"/>
            <a:ext cx="3070860" cy="18021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CEA83-E062-5A8C-E330-8F51A7AE6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59" y="715870"/>
            <a:ext cx="2176902" cy="11823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88D940-8860-2375-59C0-9B60C6ACB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3728" y="358140"/>
            <a:ext cx="27813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58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XIUS colors">
      <a:dk1>
        <a:srgbClr val="3F3F3F"/>
      </a:dk1>
      <a:lt1>
        <a:sysClr val="window" lastClr="FFFFFF"/>
      </a:lt1>
      <a:dk2>
        <a:srgbClr val="3F3F3F"/>
      </a:dk2>
      <a:lt2>
        <a:srgbClr val="E7E6E6"/>
      </a:lt2>
      <a:accent1>
        <a:srgbClr val="EC3A27"/>
      </a:accent1>
      <a:accent2>
        <a:srgbClr val="1694D1"/>
      </a:accent2>
      <a:accent3>
        <a:srgbClr val="7F7F7F"/>
      </a:accent3>
      <a:accent4>
        <a:srgbClr val="153C66"/>
      </a:accent4>
      <a:accent5>
        <a:srgbClr val="F8B2A6"/>
      </a:accent5>
      <a:accent6>
        <a:srgbClr val="FBD0B9"/>
      </a:accent6>
      <a:hlink>
        <a:srgbClr val="0563C1"/>
      </a:hlink>
      <a:folHlink>
        <a:srgbClr val="954F72"/>
      </a:folHlink>
    </a:clrScheme>
    <a:fontScheme name="Xius fonts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1D5A47661B0445B6E8962FFE0EC570" ma:contentTypeVersion="6" ma:contentTypeDescription="Create a new document." ma:contentTypeScope="" ma:versionID="db59b397f675f86ab82ec899cd391bc2">
  <xsd:schema xmlns:xsd="http://www.w3.org/2001/XMLSchema" xmlns:xs="http://www.w3.org/2001/XMLSchema" xmlns:p="http://schemas.microsoft.com/office/2006/metadata/properties" xmlns:ns2="e051b3be-8d1d-4b7f-8448-1b33bd10b5a0" xmlns:ns3="2f17bf25-3e57-471e-afea-acc18caab4c4" targetNamespace="http://schemas.microsoft.com/office/2006/metadata/properties" ma:root="true" ma:fieldsID="5382753a9eb2ad4f4b7144937742675f" ns2:_="" ns3:_="">
    <xsd:import namespace="e051b3be-8d1d-4b7f-8448-1b33bd10b5a0"/>
    <xsd:import namespace="2f17bf25-3e57-471e-afea-acc18caab4c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1b3be-8d1d-4b7f-8448-1b33bd10b5a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7bf25-3e57-471e-afea-acc18caab4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F68C0C-2F3E-4130-9F65-D8A60C583A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E2DEFB-E989-432C-AE24-1B100D2346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51b3be-8d1d-4b7f-8448-1b33bd10b5a0"/>
    <ds:schemaRef ds:uri="2f17bf25-3e57-471e-afea-acc18caab4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12352</TotalTime>
  <Words>356</Words>
  <Application>Microsoft Office PowerPoint</Application>
  <PresentationFormat>Widescreen</PresentationFormat>
  <Paragraphs>143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Inter</vt:lpstr>
      <vt:lpstr>Aptos</vt:lpstr>
      <vt:lpstr>Inter ExtraBold</vt:lpstr>
      <vt:lpstr>Calibri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Madhava Reddy Gorreegala</dc:creator>
  <cp:lastModifiedBy>Madhava Reddy Gorreegala</cp:lastModifiedBy>
  <cp:revision>101</cp:revision>
  <dcterms:created xsi:type="dcterms:W3CDTF">2024-08-01T06:43:53Z</dcterms:created>
  <dcterms:modified xsi:type="dcterms:W3CDTF">2026-03-11T10:13:02Z</dcterms:modified>
</cp:coreProperties>
</file>